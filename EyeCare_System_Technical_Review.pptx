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09728" cy="3291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EA5E9"/>
                </a:solidFill>
              </a:defRPr>
            </a:pPr>
            <a:r>
              <a:t>Johnson &amp; Johnson Technology Assessment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Full-Stack Eye Care Clinic</a:t>
            </a:r>
            <a:br/>
            <a:r>
              <a:t>Appointment Booking System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Architecture, Design Decisions, Edge-Case Handling &amp; Production Delivery</a:t>
            </a:r>
          </a:p>
          <a:p>
            <a:pPr>
              <a:defRPr sz="1300">
                <a:solidFill>
                  <a:srgbClr val="10B981"/>
                </a:solidFill>
              </a:defRPr>
            </a:pPr>
            <a:r>
              <a:t>Candidate: Sunil Kurapati  |  Role: Full Stack Engineer  |  Stack: React 19 • Express 5 • TypeScript •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TECHNICAL ASSESSMENT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Executive Summary: Objective &amp; Delivery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EA5E9"/>
                </a:solidFill>
              </a:defRPr>
            </a:pPr>
            <a:r>
              <a:t>🎯 Assessment Scope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Time-Boxed Target: Deliver within 3-hour envelope.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Full-Stack Coverage: Node.js/Express backend + React 19 SPA frontend.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5 Core User Stories: Auth, catalogue filtering, availability &amp; booking, patient dashboard, optician schedule.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Data Integrity: File-based persistence without an external DB.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⚡ Accelerated Delivery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Modern Tooling: Leveraged AI-pair programming to rapidly scaffold, review, and harden.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Engineering Rigor: Verified every line of code; wrote 23 automated tests (Jest + Vitest).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Zero Technical Debt: TypeScript strict mode enabled across both frontend and backend.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Self-Documenting: Generated executive README and complete REST API contract.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t>🏆 Production Artifacts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Repository: Public on GitHub with clean commit history.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Containerization: Complete Docker &amp; Docker Compose setup with Nginx.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Zero-Config Demo: 1-click credential auto-fill for instant reviewer testing.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</a:defRPr>
            </a:pPr>
            <a:r>
              <a:t>• Flawless Tests: 17 backend + 6 frontend tests passing with 0 warnings.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TECHNICAL ASSESSMENT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Requirements Matrix: 100% User Stories Complete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US-1: Authentication   </a:t>
            </a:r>
            <a:r>
              <a:rPr sz="1100">
                <a:solidFill>
                  <a:srgbClr val="94A3B8"/>
                </a:solidFill>
              </a:rPr>
              <a:t>[POST /login]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Role-based auth for Patient (James) &amp; Optician (Mary). SHA-256 hashing, credential sanitization from responses, localStorage session persistence.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US-2: Catalogue Search   </a:t>
            </a:r>
            <a:r>
              <a:rPr sz="1100">
                <a:solidFill>
                  <a:srgbClr val="94A3B8"/>
                </a:solidFill>
              </a:rPr>
              <a:t>[GET /catalogue-table]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Real-time reactive search across service, clinic, &amp; optician names. 3 multi-criteria dropdowns. Ant Design paginated 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5643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US-3: Slot Booking   </a:t>
            </a:r>
            <a:r>
              <a:rPr sz="1100">
                <a:solidFill>
                  <a:srgbClr val="94A3B8"/>
                </a:solidFill>
              </a:rPr>
              <a:t>[GET &amp; POST /appointments]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Interactive calendar with past dates disabled. 8 fixed hourly slots (9AM-5PM). Dynamic availability calculation with confirmation step.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6227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US-4: Patient Dashboard   </a:t>
            </a:r>
            <a:r>
              <a:rPr sz="1100">
                <a:solidFill>
                  <a:srgbClr val="94A3B8"/>
                </a:solidFill>
              </a:rPr>
              <a:t>[GET /appointments?patient_id=]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Chronological list of upcoming appointments. Automatic server-side enrichment of clinic, optician, and service names.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6811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US-5: Optician Schedule   </a:t>
            </a:r>
            <a:r>
              <a:rPr sz="1100">
                <a:solidFill>
                  <a:srgbClr val="94A3B8"/>
                </a:solidFill>
              </a:rPr>
              <a:t>[GET /appointments?optician_id=]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Dynamic header with optician name. Numbered appointment schedule. Interactive Patient Info Modal with complete booking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CRITICAL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Business Rule 4 &amp; Defensive Validation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EA5E9"/>
                </a:solidFill>
              </a:defRPr>
            </a:pPr>
            <a:r>
              <a:t>⚖️ Business Rule 4: One Clinic Per Day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Requirement: 'Each optician can only be at 1 clinic in a day.'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Common Candidate Failure: Most developers only check if a single slot is double-booked, completely missing cross-clinic scheduling.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Our Dual-Layer Defense: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  1. Availability Layer (GET): If Optician is booked at Clinic A on Date X, all 8 slots for Clinic B on Date X are disabled with conflict: true.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</a:defRPr>
            </a:pPr>
            <a:r>
              <a:t>  2. Mutation Layer (POST): Backend rejects cross-clinic booking attempts with HTTP 400 Bad Request, even if client validation is bypassed.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🛡️ Additional Edge Cases Solved</a:t>
            </a:r>
          </a:p>
          <a:p>
            <a:pPr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• No Past Bookings: </a:t>
            </a:r>
            <a:r>
              <a:rPr b="0" sz="1100">
                <a:solidFill>
                  <a:srgbClr val="94A3B8"/>
                </a:solidFill>
              </a:rPr>
              <a:t>Calendar dynamically disables all past dates (disabledDate={(c) =&gt; c &lt; today}).</a:t>
            </a:r>
          </a:p>
          <a:p>
            <a:pPr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• Strict 8 Hourly Slots: </a:t>
            </a:r>
            <a:r>
              <a:rPr b="0" sz="1100">
                <a:solidFill>
                  <a:srgbClr val="94A3B8"/>
                </a:solidFill>
              </a:rPr>
              <a:t>Restricted strictly to 09:00 AM, 10:00 AM, 11:00 AM, 01:00 PM, 02:00 PM, 03:00 PM, 04:00 PM, 05:00 PM.</a:t>
            </a:r>
          </a:p>
          <a:p>
            <a:pPr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• Password Sanitization: </a:t>
            </a:r>
            <a:r>
              <a:rPr b="0" sz="1100">
                <a:solidFill>
                  <a:srgbClr val="94A3B8"/>
                </a:solidFill>
              </a:rPr>
              <a:t>API strips sensitive password hashes before returning user payloads.</a:t>
            </a:r>
          </a:p>
          <a:p>
            <a:pPr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• Double-Booking Race Conditions: </a:t>
            </a:r>
            <a:r>
              <a:rPr b="0" sz="1100">
                <a:solidFill>
                  <a:srgbClr val="94A3B8"/>
                </a:solidFill>
              </a:rPr>
              <a:t>Atomic check during appointment creation prevents duplicate slots.</a:t>
            </a:r>
          </a:p>
          <a:p>
            <a:pPr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• Async Act Warnings: </a:t>
            </a:r>
            <a:r>
              <a:rPr b="0" sz="1100">
                <a:solidFill>
                  <a:srgbClr val="94A3B8"/>
                </a:solidFill>
              </a:rPr>
              <a:t>Wrapped all React testing renders in waitFor() for zero test console noise.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TECHNICAL ASSESSMENT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Full-Stack System Architecture &amp; Data Enrichment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EA5E9"/>
                </a:solidFill>
              </a:defRPr>
            </a:pPr>
            <a:r>
              <a:t>🖥️ Presentation Layer</a:t>
            </a:r>
            <a:br/>
            <a:r>
              <a:t>(React 19 + TypeScript)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Vite 7.1 with fast HMR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Ant Design 5.28 component system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Tailwind CSS 4 utility styling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React Router 7 client-side SPA routing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AuthContext with localStorage session cache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Atomic component architecture (Molecules &amp; Organisms)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⚙️ Application Layer</a:t>
            </a:r>
            <a:br/>
            <a:r>
              <a:t>(Node 22 + Express 5)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Express 5 RESTful routing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Server-Side Data Enrichment (resolves clinic, service &amp; optician names)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Rule 4 conflict detection engine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Structured JSON logger (timestamps, metadata)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Global error handling middleware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Strict TypeScript typing throughout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💾 Storage Layer</a:t>
            </a:r>
            <a:br/>
            <a:r>
              <a:t>(File-Based Fallback)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seed_data/: Immutable initial baseline (users, clinics, opticians, services)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app_data/: Dynamic runtime storage for created appointments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Fallback Mechanism: Reads from app_data/ first, falls back to seed_data/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Git Hygiene: .gitignore + .gitkeep ensures reviewers always start fresh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TECHNICAL ASSESSMENT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Comprehensive Automated Test Suite: 23 / 23 Passing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058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7F3D0"/>
                </a:solidFill>
              </a:defRPr>
            </a:pPr>
            <a:r>
              <a:t>✅ 100% Test Success Rate: 17 Backend Unit/Integration Tests + 6 Frontend Component Tests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Executed in single-command pipeline (npm test) with 0 failures, 0 regressions, and 0 console warnings.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120640" cy="3566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🧪 Backend Test Suite (Jest &amp; ts-jest)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health.routes.test.ts: Validates server uptime &amp; presence of all 5 seed datasets.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users.routes.test.ts: Tests patient auth, optician auth, bad passwords, missing payloads.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appointments.routes.test.ts: Validates joined entity responses, sorting, availability calculation.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Rule 4 Isolation Test: Explicitly asserts conflict: true when optician is at another clinic.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5212080" cy="3566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⚛️ Frontend Test Suite (Vitest &amp; RTL)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Login.test.tsx: Tests input rendering, form submission, and 1-click demo button auto-fill.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Home.test.tsx: Tests appointment table rendering, column presence, and patient schedule.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Catalogue.test.tsx: Tests keyword search bar, 3 filter dropdowns, and service rows.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AppointmentConfirmed.test.tsx: Tests booking confirmation summary card &amp; navigation.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TECHNICAL ASSESSMENT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DevOps &amp; Zero-Config Execution: Docker Compose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9144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FDBFE"/>
                </a:solidFill>
              </a:defRPr>
            </a:pPr>
            <a:r>
              <a:t>🐳 Single-Command Launch: docker compose up --build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Reviewers do not even need Node.js installed. Entire full-stack application boots in isolated containers in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512064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</a:defRPr>
            </a:pPr>
            <a:r>
              <a:t>📦 Backend Container (Node 22 Alpine)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Lightweight node:22-alpine base image.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Compiles TypeScript into dist/ during build.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Bundles seed datasets into dist/seed_data/.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Exposes port 3001.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Built-in Docker healthcheck polling GET /health to ensure readiness before client requests.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521208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🌐 Frontend Container (Multi-Stage Nginx)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Multi-stage build: Node builds React bundle -&gt; Nginx serves static HTML/JS.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Ultra-lightweight (~20MB total image footprint).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Custom nginx.conf with SPA fallback (try_files $uri $uri/ /index.html) prevents 404s on refresh.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Exposes port 3000.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Configured with depends_on: condition: service_healthy for backend sync.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TECHNICAL ASSESSMENT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Live Client Walkthrough &amp; Discussion Guide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EA5E9"/>
                </a:solidFill>
              </a:defRPr>
            </a:pPr>
            <a:r>
              <a:t>1. Show 1-Click Login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Demonstrate UX focus with quick-fill demo buttons for Patient (James) &amp; Optician (Mary). Highlight SHA-256 sanitization.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481328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</a:defRPr>
            </a:pPr>
            <a:r>
              <a:t>2. Patient Catalogue &amp; Search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Demonstrate instant multi-filtering (Service, Clinic, Optician) and real-time keyword search across 3 entity types.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51206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35808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EA5E9"/>
                </a:solidFill>
              </a:defRPr>
            </a:pPr>
            <a:r>
              <a:t>3. Booking Flow &amp; Edge Cases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Open calendar: show past dates disabled. Select a slot from 8 fixed timeslots. Complete booking and view confirmation card.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926080"/>
            <a:ext cx="51206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035808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</a:defRPr>
            </a:pPr>
            <a:r>
              <a:t>4. Prove Rule 4 Live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Attempt to book the same Optician at a different clinic on the same date: show real-time conflict banner and slot disabling.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51206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90288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EA5E9"/>
                </a:solidFill>
              </a:defRPr>
            </a:pPr>
            <a:r>
              <a:t>5. Optician View &amp; History Modal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Log in as Mary: showcase dynamic schedule header and click a patient to inspect their full medical appointment history.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480560"/>
            <a:ext cx="512064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590288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</a:defRPr>
            </a:pPr>
            <a:r>
              <a:t>6. Quality &amp; DevOps Showcase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Run 'npm test' in terminal (23/23 passing) and highlight 'docker compose up --build' one-command setup.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TECHNICAL ASSESSMENT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Summary: Why This Submission Stands 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EA5E9"/>
                </a:solidFill>
              </a:defRPr>
            </a:pPr>
            <a:r>
              <a:t>🏆 Beyond the Minimum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Did not just implement basic features; delivered defensive backend validation, data enrichment, and edge-case handling for Rule 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15768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🛡️ Enterprise Rigor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Zero-warning test suite (23/23 passing), strict TypeScript typings, SHA-256 credential sanitization, and structured JSON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58767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EA5E9"/>
                </a:solidFill>
              </a:defRPr>
            </a:pPr>
            <a:r>
              <a:t>⚡ AI-Augmented Velocity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Embraced modern AI tools to accelerate scaffolding and test generation, but applied human engineering review to every 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9204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01768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📦 Client &amp; Reviewer Empathy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One-click login buttons, comprehensive documentation, Mermaid diagrams, and Docker Compose orchestration.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